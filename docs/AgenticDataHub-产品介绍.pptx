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251960"/>
            <a:ext cx="12192000" cy="26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057400"/>
            <a:ext cx="103632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AgenticDataHub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429000"/>
            <a:ext cx="103632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52BD94"/>
                </a:solidFill>
                <a:latin typeface="Microsoft YaHei"/>
              </a:rPr>
              <a:t>智能实时数据底座 · Intelligent Real-time 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800600"/>
            <a:ext cx="103632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8D2CE"/>
                </a:solidFill>
                <a:latin typeface="Microsoft YaHei"/>
              </a:rPr>
              <a:t>以 AI Agent 为操作入口、可直接落地业务的实时数据基础设施 · 本地 Docker 全栈即跑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产品定位 · 智能实时数据底座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一句话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把多渠道数据实时归一为 OneID 统一画像，并以 AI Agent 为入口直接圈人、激活、分析。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Agentic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DeepSeek 驱动的自然语言圈人/查询、NL 生成图表与看板、MCP 工具；LLM 绝不直出 SQL（候选 DSL 必过校验层）。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DataHub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小程序/企微/表单/App/批量导入 → 实时 ID-Mapping → OneID → 画像宽表，多租户隔离。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对标 Twilio Segment 的控制台作为应用层：连接 → 用户 → 对象 → 客户 → 触达 → 协议 → 隐私 → 监控 → 知识库 → 应用 → 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整体架构 · 数据链路（接入 → Kafka → Flink → MySQL → Doris）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L1 接入层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多渠道封装为 UserEvent（tenant_id + channel + link_keys + properties）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L2 Kafka 事件总线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大租户独立 Topic / 微租户共享，按 tenant·channel 分区保序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L3 Flink 实时计算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ID-Mapping(OneID 识别/merge) → 画像聚合 → 宽表打宽（dev 用 ID-Mapping 服务 + MySQL 模拟）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" y="40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0000" y="39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L3+/L4/L5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0" y="43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Redis 热层(&lt;5ms) · MySQL 冷层(发号/审计) · Doris OLAP(画像/圈选)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查询层（只读）SQL Engine + 数据 Agent · 调度层 dev 用 Apache Airflow 承载可视化编排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核心能力总览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实时身份归一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多渠道 ID-Mapping → OneID，Redis 热层 + MySQL 审计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统一画像 + 圈人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画像宽表；DSL 圈人（多条件/AND·OR/跨对象多跳/边条件）+ 自然语言圈人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智能助手 +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右上角对话助手：DeepSeek + 41 个只读 MCP 工具 + 后台任务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" y="40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0000" y="39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连接 / 编排 / 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0" y="43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44 连接器 · Airflow 真实调度 · 知识库 · 应用市场 · NL 分析看板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实时 ID-Mapping · OneID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多渠道识别合并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wechat openid/unionid、wework extid、phone、email、device 跨渠道归一为 OneID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热 + 冷双写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Redis 写 channel→one_id 热映射（实时点查）；MySQL 写 id_mapping / merge_log 审计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可观测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merge_log 合并审计、画像实时更新；API/Kafka 两种灌入路径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服务 ID-Mapping :8001 · 单文件模拟 Flink ID-Mapping 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统一画像 + 圈人（DSL + 自然语言）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统一筛选器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多条件 + AND/OR；跨对象链式多跳（用户→下单→商品）；关系边条件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安全 DSL 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候选 DSL 经 validate → echo → compile → estimate；LLM 绝不直出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自然语言圈人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中文描述 → DeepSeek → 候选 DSL → 实时预估人数 + SQL 预览 → 存为受众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SQL Engine :8002 · 模板 SQL + DSL + NL + 可视化 ETL + 只读 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智能助手 · DeepSeek + MCP（右上角常驻）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对话即操作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聊天框里查 schema / 受众 / 对象 / 画像，自然语言驱动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桥接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stdio 拉起 MCP Server，把 41 个 cdp_* 只读工具桥接成 DeepSeek function-calling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发布后台任务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「发布任务」落到 reverse-ETL 调度模拟后台运行，返回任务状态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独立服务 assistant :8004 · 设置页可查看 MCP 工具清单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数据源连接器 · 44 个主流连接器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数据库 / NoSQL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MySQL·PostgreSQL·SQL Server·Oracle·ClickHouse·MariaDB·TiDB·OceanBase·MongoDB·Redis·Cassandra·DynamoDB·Elasticsearch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数仓 / 数据湖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Snowflake·BigQuery·Redshift·Databricks·StarRocks·Doris·Hive · Iceberg·Delta·Hudi·Paimon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对象存储 / 流 / 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S3·GCS·ADLS·MinIO·OSS·COS · Kafka·Pulsar·RabbitMQ·Kinesis · Trino·Athena · 国产云数仓 MaxCompute/Hologres/AnalyticDB/DWS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数据源目录页按 8 类平铺；目录级（连接逻辑为占位适配器，可逐个接真实拉数）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可视化编排 Pipelines · Apache Airflow 真实调度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拖拽编排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左侧连接器节点拖到画布连线 → 保存为管道；管道列表（行表）→ 详情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真实触发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点执行经 Airflow REST API 触发 DAG；参数化通用 DAG 用动态任务映射按节点展开成多任务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可观测可控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详情含拓扑、执行历史、暂停/恢复调度；Airflow 不可达时优雅降级本地模拟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Airflow UI :8088（admin/admin）· DAG: agenticdatahub_pipeline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知识库 Knowledge Base · 云盘式多模态存储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多模态文件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文档/图片/音视频/压缩包，按类型自动归类 + 图片缩略图；虚拟目录、搜索、类型筛选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关联到对象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文件可关联到对象记录（如 account/A3001），上传时或详情页增删关联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真实存储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文件字节存盘（kb_data 卷），元数据/关联落库；nginx 上传上限放开至 200MB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应用市场 + 分析看板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应用市场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按类别平铺第三方应用，连接/断开按租户持久化：CRM(Salesforce/HubSpot/销售易)·广告(广点通/巨量/百度)·消息(短信/邮件/企微/钉钉)·分析(神策/GA4)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分析 · NL 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一句话描述 → DeepSeek 受限选图 → 直接生成图表/看板；内置用户画像/客户画像/转化率ROI 三看板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图表下钻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点击柱/饼/线的数据点 → 弹出背后明细记录；二次编辑看板（改标题/加减图表）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0000" y="430000"/>
            <a:ext cx="150000" cy="56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000" y="400000"/>
            <a:ext cx="999744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1F2937"/>
                </a:solidFill>
                <a:latin typeface="Microsoft YaHei"/>
              </a:rPr>
              <a:t>技术栈 · 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380000"/>
            <a:ext cx="22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E7D5B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000" y="13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12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16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React 18 + Vite + TypeScript + TailwindCSS + recharts；对标 Segment 的 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000" y="22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0000" y="21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25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FastAPI（SQL Engine / ID-Mapping / 智能助手）+ MySQL + Redis + Kafka + Airflow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" y="31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000" y="30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一键起栈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34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docker compose up -d --build（含前端构建）→ http://localhost:8080/console/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" y="4040000"/>
            <a:ext cx="150000" cy="150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0000" y="3970000"/>
            <a:ext cx="97536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Microsoft YaHei"/>
              </a:rPr>
              <a:t>登录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0" y="4300000"/>
            <a:ext cx="97536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670"/>
                </a:solidFill>
                <a:latin typeface="Microsoft YaHei"/>
              </a:rPr>
              <a:t>强制门禁；演示账号 admin@acme.com / demo123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00" y="6172200"/>
            <a:ext cx="103632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E7D5B"/>
                </a:solidFill>
                <a:latin typeface="Microsoft YaHei"/>
              </a:rPr>
              <a:t>仓库 github.com/MrRobot2658/agenticdatahub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3154680"/>
            <a:ext cx="12192000" cy="26000"/>
          </a:xfrm>
          <a:prstGeom prst="roundRect">
            <a:avLst/>
          </a:prstGeom>
          <a:solidFill>
            <a:srgbClr val="52BD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331720"/>
            <a:ext cx="103632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AgenticDataHub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566160"/>
            <a:ext cx="103632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52BD94"/>
                </a:solidFill>
                <a:latin typeface="Microsoft YaHei"/>
              </a:rPr>
              <a:t>智能实时数据底座 · 让数据被 Agent 直接操作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